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147480916" r:id="rId2"/>
    <p:sldId id="2147480917" r:id="rId3"/>
    <p:sldId id="2147480918" r:id="rId4"/>
    <p:sldId id="2147480919" r:id="rId5"/>
    <p:sldId id="2147480920" r:id="rId6"/>
    <p:sldId id="2147480921" r:id="rId7"/>
    <p:sldId id="2147480922" r:id="rId8"/>
    <p:sldId id="2147480923" r:id="rId9"/>
    <p:sldId id="2147480924" r:id="rId10"/>
    <p:sldId id="2147480925" r:id="rId11"/>
    <p:sldId id="2147480926" r:id="rId12"/>
  </p:sldIdLst>
  <p:sldSz cx="18288000" cy="11430000"/>
  <p:notesSz cx="6858000" cy="9144000"/>
  <p:defaultTextStyle>
    <a:defPPr>
      <a:defRPr lang="en-US"/>
    </a:defPPr>
    <a:lvl1pPr marL="0" algn="l" defTabSz="137132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662" algn="l" defTabSz="137132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327" algn="l" defTabSz="137132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6989" algn="l" defTabSz="137132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2651" algn="l" defTabSz="137132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8315" algn="l" defTabSz="137132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3978" algn="l" defTabSz="137132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799640" algn="l" defTabSz="137132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5302" algn="l" defTabSz="137132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B5CAF"/>
    <a:srgbClr val="FFFF66"/>
    <a:srgbClr val="FF9900"/>
    <a:srgbClr val="FFCB25"/>
    <a:srgbClr val="FFCC66"/>
    <a:srgbClr val="FF6600"/>
    <a:srgbClr val="00A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196" autoAdjust="0"/>
  </p:normalViewPr>
  <p:slideViewPr>
    <p:cSldViewPr snapToGrid="0">
      <p:cViewPr varScale="1">
        <p:scale>
          <a:sx n="49" d="100"/>
          <a:sy n="49" d="100"/>
        </p:scale>
        <p:origin x="9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FCCA09-FE0A-4C8D-88F3-46B9F8193523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2BAD-3C68-416A-9F01-3338292CB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67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662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327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6989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2651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8315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3978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799640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5302" algn="l" defTabSz="137132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32E2-EF6F-8312-6F5E-DA77D28E0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37D3C-5E7C-FD4A-C29F-8AEA083E6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6AFB6-A6A8-7FBF-BC06-2A6CF89B0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3E3DA-D8CB-0034-5C7D-927164A522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23BAC0-2E4A-3346-AD1B-151EF441A9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221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85639-BEE8-9C49-12A2-4DFB2E9A6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5CEAC-3906-667D-F362-36567B3C8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FF3E3D-1145-7EA4-3D88-B49F7E3E6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15430-BF7B-0A4F-6723-FFE1F1CD20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23BAC0-2E4A-3346-AD1B-151EF441A9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756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44AD2-F954-7C23-ED3D-755D52FA6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F4C20-2AA7-CFFE-D0DB-72B79D945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FB3F5-0868-B949-2FB3-424570390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E3212-4E41-4E62-4098-184D3F7590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23BAC0-2E4A-3346-AD1B-151EF441A9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9333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6EB8F-0914-57B6-8711-D0C49570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2404D-032A-CE64-D781-0AE8FCEC4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D1E90-FBF2-7307-447A-32E5F7F4C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C806D-A010-3D5B-A6DA-F890AD54A6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23BAC0-2E4A-3346-AD1B-151EF441A9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3995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39F38-C9A6-EF97-D2E8-45A4E2AEE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EFB62-14A7-DEDE-4CC6-2248D8AA1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7AC7C-7567-4C6D-7D9E-727DCF2D6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C2345-3E79-CF29-1AA1-A1F159A940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23BAC0-2E4A-3346-AD1B-151EF441A9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583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16498-693A-A94D-D174-CD2BC1D3A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4E336-7032-8168-CD43-CB3A34E7F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21533-B5E6-1ABE-D498-BFEB0A0E6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A5E66-8D82-9EA7-62D8-7C9B562143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23BAC0-2E4A-3346-AD1B-151EF441A9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692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03139-A94E-18DD-C5F1-52E1AEEF8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B7401-0830-B755-93C9-D30B5924D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3D5FC-FC0C-5D59-F982-563B7C9E0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9D239-686E-078D-C80C-EF284A9200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23BAC0-2E4A-3346-AD1B-151EF441A9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8364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6808B-A38D-20DB-56E7-35D54357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D732D-D40F-2315-8DC9-59D21406D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5C599-5A5B-95CF-71E5-48F6ED89C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E117F-7A21-B440-FDB8-B3F5B04789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23BAC0-2E4A-3346-AD1B-151EF441A9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321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8524-D46F-53AC-72FB-C0A4347D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CAB4E-2F53-0F1B-C2A7-17F6D88BA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EC92A-2C35-E949-21B0-C280D81A7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DCD92-68CC-9F6F-B2FD-F1BB4B0F6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23BAC0-2E4A-3346-AD1B-151EF441A9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7178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D2652-A8F6-B024-31B7-7B71E08A4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1FC54-6CC8-92D9-4E59-35ACC60E5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DAAFE-59A8-4A2A-D6CC-2E6B542B1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6E610-8FBC-E7CE-9367-D4B68E27C6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23BAC0-2E4A-3346-AD1B-151EF441A9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76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F54A0-A748-129C-7C4C-EBFE815E4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08C5C-D8C7-4062-9DDE-2CE90B0AC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AD421-76CB-E7FC-150B-7E540A5EA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9FD84-726C-C30D-276A-82FEDC8DDF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23BAC0-2E4A-3346-AD1B-151EF441A9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057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0.png"/><Relationship Id="rId7" Type="http://schemas.openxmlformats.org/officeDocument/2006/relationships/image" Target="../media/image13.sv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11" Type="http://schemas.openxmlformats.org/officeDocument/2006/relationships/image" Target="../media/image21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svg"/><Relationship Id="rId7" Type="http://schemas.openxmlformats.org/officeDocument/2006/relationships/image" Target="../media/image29.sv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svg"/><Relationship Id="rId5" Type="http://schemas.openxmlformats.org/officeDocument/2006/relationships/image" Target="../media/image11.svg"/><Relationship Id="rId10" Type="http://schemas.openxmlformats.org/officeDocument/2006/relationships/image" Target="../media/image32.svg"/><Relationship Id="rId4" Type="http://schemas.openxmlformats.org/officeDocument/2006/relationships/image" Target="../media/image10.svg"/><Relationship Id="rId9" Type="http://schemas.openxmlformats.org/officeDocument/2006/relationships/image" Target="../media/image3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1460" y="6452001"/>
            <a:ext cx="8415240" cy="584775"/>
          </a:xfrm>
        </p:spPr>
        <p:txBody>
          <a:bodyPr wrap="square" lIns="108000" rIns="108000">
            <a:sp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  <a:lvl2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1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dirty="0"/>
              <a:t>Click to edit Master subtitle style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21460" y="4149424"/>
            <a:ext cx="8415240" cy="1938992"/>
          </a:xfrm>
        </p:spPr>
        <p:txBody>
          <a:bodyPr anchor="t" anchorCtr="0">
            <a:spAutoFit/>
          </a:bodyPr>
          <a:lstStyle>
            <a:lvl1pPr>
              <a:defRPr sz="6000">
                <a:solidFill>
                  <a:schemeClr val="bg1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pic>
        <p:nvPicPr>
          <p:cNvPr id="8" name="Picture 20">
            <a:extLst>
              <a:ext uri="{FF2B5EF4-FFF2-40B4-BE49-F238E27FC236}">
                <a16:creationId xmlns:a16="http://schemas.microsoft.com/office/drawing/2014/main" id="{1163478D-A25F-E7BD-6227-3699896CD7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233470" y="10734702"/>
            <a:ext cx="265680" cy="295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C8AAEB-DF18-9112-196D-03E870976D67}"/>
              </a:ext>
            </a:extLst>
          </p:cNvPr>
          <p:cNvSpPr txBox="1"/>
          <p:nvPr userDrawn="1"/>
        </p:nvSpPr>
        <p:spPr>
          <a:xfrm>
            <a:off x="10554845" y="10754176"/>
            <a:ext cx="870431" cy="24609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l" defTabSz="913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Lato Regular"/>
              </a:rPr>
              <a:t>1500 913</a:t>
            </a:r>
          </a:p>
        </p:txBody>
      </p:sp>
      <p:pic>
        <p:nvPicPr>
          <p:cNvPr id="10" name="Picture 23">
            <a:extLst>
              <a:ext uri="{FF2B5EF4-FFF2-40B4-BE49-F238E27FC236}">
                <a16:creationId xmlns:a16="http://schemas.microsoft.com/office/drawing/2014/main" id="{51167134-0D6F-EC64-D65D-8BA957BC63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626826" y="10734711"/>
            <a:ext cx="265680" cy="2952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746A59-3912-1A69-B3CF-4BF6B0AD4065}"/>
              </a:ext>
            </a:extLst>
          </p:cNvPr>
          <p:cNvSpPr txBox="1"/>
          <p:nvPr userDrawn="1"/>
        </p:nvSpPr>
        <p:spPr>
          <a:xfrm>
            <a:off x="11961606" y="10733835"/>
            <a:ext cx="1681409" cy="2460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3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Lato Regular"/>
              </a:rPr>
              <a:t>www.murni.co.id</a:t>
            </a:r>
          </a:p>
        </p:txBody>
      </p:sp>
      <p:pic>
        <p:nvPicPr>
          <p:cNvPr id="12" name="Picture 26">
            <a:extLst>
              <a:ext uri="{FF2B5EF4-FFF2-40B4-BE49-F238E27FC236}">
                <a16:creationId xmlns:a16="http://schemas.microsoft.com/office/drawing/2014/main" id="{6A8D6F45-D587-A6A5-5BAF-5D488BB535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3659196" y="10739229"/>
            <a:ext cx="261596" cy="290662"/>
          </a:xfrm>
          <a:prstGeom prst="rect">
            <a:avLst/>
          </a:prstGeom>
        </p:spPr>
      </p:pic>
      <p:pic>
        <p:nvPicPr>
          <p:cNvPr id="13" name="Picture 27">
            <a:extLst>
              <a:ext uri="{FF2B5EF4-FFF2-40B4-BE49-F238E27FC236}">
                <a16:creationId xmlns:a16="http://schemas.microsoft.com/office/drawing/2014/main" id="{5A8A07C4-68B2-C913-DA29-5D302EF8EB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3955468" y="10734690"/>
            <a:ext cx="265680" cy="295200"/>
          </a:xfrm>
          <a:prstGeom prst="rect">
            <a:avLst/>
          </a:prstGeom>
        </p:spPr>
      </p:pic>
      <p:pic>
        <p:nvPicPr>
          <p:cNvPr id="14" name="Picture 28">
            <a:extLst>
              <a:ext uri="{FF2B5EF4-FFF2-40B4-BE49-F238E27FC236}">
                <a16:creationId xmlns:a16="http://schemas.microsoft.com/office/drawing/2014/main" id="{069D043D-7A99-CCD6-2628-830458C634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4255826" y="10734690"/>
            <a:ext cx="265680" cy="295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9BA70C-BE58-C0A2-6285-81C5CC32C0B1}"/>
              </a:ext>
            </a:extLst>
          </p:cNvPr>
          <p:cNvSpPr txBox="1"/>
          <p:nvPr userDrawn="1"/>
        </p:nvSpPr>
        <p:spPr>
          <a:xfrm>
            <a:off x="15183736" y="10757069"/>
            <a:ext cx="2843433" cy="2460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3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Lato Regular"/>
              </a:rPr>
              <a:t>PT Murni </a:t>
            </a:r>
            <a:r>
              <a:rPr kumimoji="0" lang="en-US" sz="1599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Lato Regular"/>
              </a:rPr>
              <a:t>Solusindo</a:t>
            </a: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Lato Regular"/>
              </a:rPr>
              <a:t> Nusantara</a:t>
            </a:r>
          </a:p>
        </p:txBody>
      </p:sp>
      <p:pic>
        <p:nvPicPr>
          <p:cNvPr id="16" name="Picture 28">
            <a:extLst>
              <a:ext uri="{FF2B5EF4-FFF2-40B4-BE49-F238E27FC236}">
                <a16:creationId xmlns:a16="http://schemas.microsoft.com/office/drawing/2014/main" id="{6FAAC9E2-1368-90CB-0537-7331B4697D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4556185" y="10734710"/>
            <a:ext cx="265680" cy="295200"/>
          </a:xfrm>
          <a:prstGeom prst="rect">
            <a:avLst/>
          </a:prstGeom>
        </p:spPr>
      </p:pic>
      <p:pic>
        <p:nvPicPr>
          <p:cNvPr id="17" name="Picture 28">
            <a:extLst>
              <a:ext uri="{FF2B5EF4-FFF2-40B4-BE49-F238E27FC236}">
                <a16:creationId xmlns:a16="http://schemas.microsoft.com/office/drawing/2014/main" id="{5B33E622-A14B-2C4E-A950-B5161889CF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4856546" y="10734691"/>
            <a:ext cx="265680" cy="29522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FD0C78E-49D2-3374-6691-CF29FF1E01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807557" y="9419208"/>
            <a:ext cx="2074955" cy="117599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2B91C1B-92C2-E1F0-F82C-4E2BE6F08D21}"/>
              </a:ext>
            </a:extLst>
          </p:cNvPr>
          <p:cNvGrpSpPr/>
          <p:nvPr userDrawn="1"/>
        </p:nvGrpSpPr>
        <p:grpSpPr>
          <a:xfrm>
            <a:off x="886746" y="562796"/>
            <a:ext cx="11233092" cy="534683"/>
            <a:chOff x="313698" y="4804877"/>
            <a:chExt cx="3711730" cy="176646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55C2109-6C51-0AB0-7C6C-CB1D7C6D45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3698" y="4804877"/>
              <a:ext cx="1690764" cy="176646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92866E-B109-5273-6489-F942C570E4AE}"/>
                </a:ext>
              </a:extLst>
            </p:cNvPr>
            <p:cNvSpPr txBox="1"/>
            <p:nvPr userDrawn="1"/>
          </p:nvSpPr>
          <p:spPr>
            <a:xfrm>
              <a:off x="2041149" y="4843356"/>
              <a:ext cx="1984279" cy="9151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latin typeface="Lato" panose="020F0502020204030203" pitchFamily="34" charset="0"/>
                  <a:cs typeface="Lato Regular"/>
                </a:rPr>
                <a:t>|  Digital Business Transformation Enabler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0971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C0648ED-3F7D-0D4D-9DED-F2CD9E58BE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-39546"/>
            <a:ext cx="18288002" cy="1146954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1460" y="3688745"/>
            <a:ext cx="8415240" cy="708014"/>
          </a:xfrm>
        </p:spPr>
        <p:txBody>
          <a:bodyPr wrap="square" lIns="108000" rIns="108000">
            <a:spAutoFit/>
          </a:bodyPr>
          <a:lstStyle>
            <a:lvl1pPr marL="0" indent="0" algn="l">
              <a:buNone/>
              <a:defRPr sz="400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  <a:lvl2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1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dirty="0"/>
              <a:t>Click to edit Master subtitle style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21460" y="1089745"/>
            <a:ext cx="8415240" cy="2247025"/>
          </a:xfrm>
        </p:spPr>
        <p:txBody>
          <a:bodyPr anchor="t" anchorCtr="0">
            <a:spAutoFit/>
          </a:bodyPr>
          <a:lstStyle>
            <a:lvl1pPr>
              <a:defRPr sz="7001">
                <a:solidFill>
                  <a:srgbClr val="0B5CA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pic>
        <p:nvPicPr>
          <p:cNvPr id="4" name="Picture 20">
            <a:extLst>
              <a:ext uri="{FF2B5EF4-FFF2-40B4-BE49-F238E27FC236}">
                <a16:creationId xmlns:a16="http://schemas.microsoft.com/office/drawing/2014/main" id="{3F15CBB6-27AE-786E-AFE9-73FBB2D0AA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33470" y="10734702"/>
            <a:ext cx="265680" cy="295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E72375-1FBD-4B6B-1C9A-97DBBBB6C1C8}"/>
              </a:ext>
            </a:extLst>
          </p:cNvPr>
          <p:cNvSpPr txBox="1"/>
          <p:nvPr userDrawn="1"/>
        </p:nvSpPr>
        <p:spPr>
          <a:xfrm>
            <a:off x="10554845" y="10754176"/>
            <a:ext cx="870431" cy="24609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l" defTabSz="913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Lato Regular"/>
              </a:rPr>
              <a:t>1500 913</a:t>
            </a:r>
          </a:p>
        </p:txBody>
      </p:sp>
      <p:pic>
        <p:nvPicPr>
          <p:cNvPr id="9" name="Picture 23">
            <a:extLst>
              <a:ext uri="{FF2B5EF4-FFF2-40B4-BE49-F238E27FC236}">
                <a16:creationId xmlns:a16="http://schemas.microsoft.com/office/drawing/2014/main" id="{743BABF2-B9D7-096F-0EFE-3532CA2F30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626826" y="10734711"/>
            <a:ext cx="265680" cy="2952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F892A2-78B6-D49C-4CB1-62C81BC68A9B}"/>
              </a:ext>
            </a:extLst>
          </p:cNvPr>
          <p:cNvSpPr txBox="1"/>
          <p:nvPr userDrawn="1"/>
        </p:nvSpPr>
        <p:spPr>
          <a:xfrm>
            <a:off x="11961606" y="10733835"/>
            <a:ext cx="1681409" cy="2460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3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Lato Regular"/>
              </a:rPr>
              <a:t>www.murni.co.id</a:t>
            </a:r>
          </a:p>
        </p:txBody>
      </p:sp>
      <p:pic>
        <p:nvPicPr>
          <p:cNvPr id="13" name="Picture 26">
            <a:extLst>
              <a:ext uri="{FF2B5EF4-FFF2-40B4-BE49-F238E27FC236}">
                <a16:creationId xmlns:a16="http://schemas.microsoft.com/office/drawing/2014/main" id="{222CDD08-4AE5-E8A9-C7A0-209C7C254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3659196" y="10739229"/>
            <a:ext cx="261596" cy="290662"/>
          </a:xfrm>
          <a:prstGeom prst="rect">
            <a:avLst/>
          </a:prstGeom>
        </p:spPr>
      </p:pic>
      <p:pic>
        <p:nvPicPr>
          <p:cNvPr id="19" name="Picture 27">
            <a:extLst>
              <a:ext uri="{FF2B5EF4-FFF2-40B4-BE49-F238E27FC236}">
                <a16:creationId xmlns:a16="http://schemas.microsoft.com/office/drawing/2014/main" id="{7EC25494-3713-2D85-3BE8-80A6DA1A51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3955468" y="10734690"/>
            <a:ext cx="265680" cy="295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106274B-2C34-093A-E91E-22FEEB8054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4255826" y="10734690"/>
            <a:ext cx="265680" cy="295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5A078F5-3D9C-E1F9-1B1A-AF2EF2F1B595}"/>
              </a:ext>
            </a:extLst>
          </p:cNvPr>
          <p:cNvSpPr txBox="1"/>
          <p:nvPr userDrawn="1"/>
        </p:nvSpPr>
        <p:spPr>
          <a:xfrm>
            <a:off x="15183736" y="10757069"/>
            <a:ext cx="2843433" cy="2460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3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Lato Regular"/>
              </a:rPr>
              <a:t>PT Murni </a:t>
            </a:r>
            <a:r>
              <a:rPr kumimoji="0" lang="en-US" sz="1599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Lato Regular"/>
              </a:rPr>
              <a:t>Solusindo</a:t>
            </a: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Lato Regular"/>
              </a:rPr>
              <a:t> Nusantara</a:t>
            </a:r>
          </a:p>
        </p:txBody>
      </p:sp>
      <p:pic>
        <p:nvPicPr>
          <p:cNvPr id="33" name="Picture 28">
            <a:extLst>
              <a:ext uri="{FF2B5EF4-FFF2-40B4-BE49-F238E27FC236}">
                <a16:creationId xmlns:a16="http://schemas.microsoft.com/office/drawing/2014/main" id="{97C01462-19BE-FBFE-C3D9-3C19A0D1F5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4556185" y="10734710"/>
            <a:ext cx="265680" cy="295200"/>
          </a:xfrm>
          <a:prstGeom prst="rect">
            <a:avLst/>
          </a:prstGeom>
        </p:spPr>
      </p:pic>
      <p:pic>
        <p:nvPicPr>
          <p:cNvPr id="35" name="Picture 28">
            <a:extLst>
              <a:ext uri="{FF2B5EF4-FFF2-40B4-BE49-F238E27FC236}">
                <a16:creationId xmlns:a16="http://schemas.microsoft.com/office/drawing/2014/main" id="{5ED04026-3898-4EFA-4F66-53EA3361B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4856546" y="10734691"/>
            <a:ext cx="265680" cy="295222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C1A112BF-18BF-1F99-F7A9-8F35279760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807557" y="9419208"/>
            <a:ext cx="2074955" cy="117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1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1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asic w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282" y="2190048"/>
            <a:ext cx="17396849" cy="8715021"/>
          </a:xfrm>
        </p:spPr>
        <p:txBody>
          <a:bodyPr/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188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9232152" y="2274386"/>
            <a:ext cx="8625600" cy="79985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44497" y="2274386"/>
            <a:ext cx="8625600" cy="79985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444505" y="8759476"/>
            <a:ext cx="8625596" cy="1513415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9232158" y="8759476"/>
            <a:ext cx="8608973" cy="1513415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8281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44503" y="2274385"/>
            <a:ext cx="5709600" cy="79985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444500" y="8759476"/>
            <a:ext cx="5692776" cy="1513415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296106" y="8759476"/>
            <a:ext cx="5692776" cy="1513415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1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148350" y="8759476"/>
            <a:ext cx="5692776" cy="1513415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12148350" y="2274385"/>
            <a:ext cx="5709600" cy="79985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298638" y="2274385"/>
            <a:ext cx="5709600" cy="799850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685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44497" y="2274386"/>
            <a:ext cx="8625600" cy="79985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444505" y="9234316"/>
            <a:ext cx="8625596" cy="1038579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9232152" y="2274381"/>
            <a:ext cx="8625600" cy="392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9232152" y="6352889"/>
            <a:ext cx="8625600" cy="392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9232160" y="5155806"/>
            <a:ext cx="8625596" cy="1038579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9232160" y="9234316"/>
            <a:ext cx="8625596" cy="1038579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533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44497" y="2274386"/>
            <a:ext cx="8625600" cy="79985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6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9215048" y="2274386"/>
            <a:ext cx="4240800" cy="79985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13600326" y="2274386"/>
            <a:ext cx="4240800" cy="79985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</p:spPr>
        <p:txBody>
          <a:bodyPr/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444505" y="8759476"/>
            <a:ext cx="8625596" cy="1513415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24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9215048" y="8759476"/>
            <a:ext cx="4240800" cy="1513415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29" name="Text Placeholder 14"/>
          <p:cNvSpPr>
            <a:spLocks noGrp="1"/>
          </p:cNvSpPr>
          <p:nvPr>
            <p:ph type="body" sz="quarter" idx="20"/>
          </p:nvPr>
        </p:nvSpPr>
        <p:spPr>
          <a:xfrm>
            <a:off x="13600326" y="8759476"/>
            <a:ext cx="4240800" cy="1513415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5655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44497" y="2274386"/>
            <a:ext cx="4240800" cy="79985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4829772" y="2274386"/>
            <a:ext cx="4240800" cy="79985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6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9215048" y="2274386"/>
            <a:ext cx="4240800" cy="79985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13600326" y="2274386"/>
            <a:ext cx="4240800" cy="79985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</p:spPr>
        <p:txBody>
          <a:bodyPr/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444500" y="8759476"/>
            <a:ext cx="4240796" cy="1513415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24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9215048" y="8759476"/>
            <a:ext cx="4240800" cy="1513415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28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29776" y="8759476"/>
            <a:ext cx="4240796" cy="1513415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29" name="Text Placeholder 14"/>
          <p:cNvSpPr>
            <a:spLocks noGrp="1"/>
          </p:cNvSpPr>
          <p:nvPr>
            <p:ph type="body" sz="quarter" idx="20"/>
          </p:nvPr>
        </p:nvSpPr>
        <p:spPr>
          <a:xfrm>
            <a:off x="13600326" y="8759476"/>
            <a:ext cx="4240800" cy="1513415"/>
          </a:xfrm>
          <a:solidFill>
            <a:schemeClr val="bg1">
              <a:lumMod val="85000"/>
            </a:schemeClr>
          </a:solidFill>
        </p:spPr>
        <p:txBody>
          <a:bodyPr lIns="216000" tIns="72000" rIns="216000" bIns="72000">
            <a:norm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914378" indent="0">
              <a:buFontTx/>
              <a:buNone/>
              <a:defRPr/>
            </a:lvl2pPr>
            <a:lvl3pPr marL="1828755" indent="0">
              <a:buFontTx/>
              <a:buNone/>
              <a:defRPr/>
            </a:lvl3pPr>
            <a:lvl4pPr marL="2743131" indent="0">
              <a:buFontTx/>
              <a:buNone/>
              <a:defRPr/>
            </a:lvl4pPr>
            <a:lvl5pPr marL="3657509" indent="0">
              <a:buFontTx/>
              <a:buNone/>
              <a:defRPr/>
            </a:lvl5pPr>
          </a:lstStyle>
          <a:p>
            <a:pPr lvl="0"/>
            <a:r>
              <a:rPr lang="x-none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96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Left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5" y="0"/>
            <a:ext cx="4317998" cy="1143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" y="0"/>
            <a:ext cx="4318001" cy="1143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318002" y="486490"/>
            <a:ext cx="13523124" cy="2538938"/>
          </a:xfrm>
        </p:spPr>
        <p:txBody>
          <a:bodyPr lIns="216000"/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318002" y="3296355"/>
            <a:ext cx="13523124" cy="7044267"/>
          </a:xfrm>
        </p:spPr>
        <p:txBody>
          <a:bodyPr lIns="216000"/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E03CD-683F-37DE-0C81-6F3C9C2BAE64}"/>
              </a:ext>
            </a:extLst>
          </p:cNvPr>
          <p:cNvSpPr txBox="1"/>
          <p:nvPr userDrawn="1"/>
        </p:nvSpPr>
        <p:spPr>
          <a:xfrm>
            <a:off x="10341725" y="10749866"/>
            <a:ext cx="870431" cy="2463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1500 913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0AE358-7A4A-2A0F-DE35-83A010243B20}"/>
              </a:ext>
            </a:extLst>
          </p:cNvPr>
          <p:cNvSpPr txBox="1"/>
          <p:nvPr userDrawn="1"/>
        </p:nvSpPr>
        <p:spPr>
          <a:xfrm>
            <a:off x="11763964" y="10731546"/>
            <a:ext cx="1681409" cy="2463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www.murni.co.id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AB5973-D7FE-5628-F4ED-72E3D5BAF6BB}"/>
              </a:ext>
            </a:extLst>
          </p:cNvPr>
          <p:cNvSpPr txBox="1"/>
          <p:nvPr userDrawn="1"/>
        </p:nvSpPr>
        <p:spPr>
          <a:xfrm>
            <a:off x="15166148" y="10752478"/>
            <a:ext cx="2843432" cy="2463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PT Murni </a:t>
            </a:r>
            <a:r>
              <a:rPr lang="en-US" sz="1601" dirty="0" err="1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Solusindo</a:t>
            </a:r>
            <a:r>
              <a:rPr lang="en-US" sz="1601" dirty="0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 Nusantara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A184293-5696-4547-5E0B-4834727A6D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63467" y="10733318"/>
            <a:ext cx="279401" cy="27944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331F939-39F8-239B-A51F-BB3CAE8958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85707" y="10749909"/>
            <a:ext cx="279401" cy="27944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48B005C-CA18-F91C-CB66-7AC235EBBC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69789" y="10724504"/>
            <a:ext cx="304800" cy="30484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2DA91393-D437-7179-A1AF-C3B9A35E9E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798712" y="10724504"/>
            <a:ext cx="304800" cy="30484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ADCB67C5-94A0-545B-1396-0C95E1565C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27636" y="10724504"/>
            <a:ext cx="304800" cy="30484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DF576B8E-E60D-7BF9-1EF8-EC1358F4AE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56561" y="10724504"/>
            <a:ext cx="304800" cy="30484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9BCD7A8-C96D-0652-260D-C11C8C0A2B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785487" y="10724504"/>
            <a:ext cx="304800" cy="30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52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0" y="0"/>
            <a:ext cx="8310876" cy="1143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" y="0"/>
            <a:ext cx="8310881" cy="1143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10883" y="486490"/>
            <a:ext cx="9530246" cy="2538938"/>
          </a:xfrm>
        </p:spPr>
        <p:txBody>
          <a:bodyPr lIns="216000"/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310883" y="3296355"/>
            <a:ext cx="9530246" cy="7044267"/>
          </a:xfrm>
        </p:spPr>
        <p:txBody>
          <a:bodyPr lIns="216000"/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EE238-89BA-62B4-1361-1BBF5FE8C93A}"/>
              </a:ext>
            </a:extLst>
          </p:cNvPr>
          <p:cNvSpPr txBox="1"/>
          <p:nvPr userDrawn="1"/>
        </p:nvSpPr>
        <p:spPr>
          <a:xfrm>
            <a:off x="10341725" y="10749866"/>
            <a:ext cx="870431" cy="2463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1500 913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8D65AF-DF17-DF9E-71F1-AAFA42665460}"/>
              </a:ext>
            </a:extLst>
          </p:cNvPr>
          <p:cNvSpPr txBox="1"/>
          <p:nvPr userDrawn="1"/>
        </p:nvSpPr>
        <p:spPr>
          <a:xfrm>
            <a:off x="11763964" y="10731546"/>
            <a:ext cx="1681409" cy="2463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www.murni.co.id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A1733-1CDF-B494-2E78-CA8403E03449}"/>
              </a:ext>
            </a:extLst>
          </p:cNvPr>
          <p:cNvSpPr txBox="1"/>
          <p:nvPr userDrawn="1"/>
        </p:nvSpPr>
        <p:spPr>
          <a:xfrm>
            <a:off x="15166148" y="10752478"/>
            <a:ext cx="2843432" cy="2463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PT Murni </a:t>
            </a:r>
            <a:r>
              <a:rPr lang="en-US" sz="1601" dirty="0" err="1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Solusindo</a:t>
            </a:r>
            <a:r>
              <a:rPr lang="en-US" sz="1601" dirty="0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 Nusantara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8CB412C-34C3-8A05-2E13-97553B5984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63467" y="10733318"/>
            <a:ext cx="279401" cy="27944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2CA0D84-5448-533A-A298-0891CD9C9F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85707" y="10749909"/>
            <a:ext cx="279401" cy="27944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E8976F7-78D0-09C8-E120-EAD5782ABF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69789" y="10724504"/>
            <a:ext cx="304800" cy="30484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6613EFC4-AD0B-6136-A439-8F032EC030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798712" y="10724504"/>
            <a:ext cx="304800" cy="30484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0E7C80DE-2A34-E16D-1D62-8595FBC3D4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27636" y="10724504"/>
            <a:ext cx="304800" cy="30484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72807286-C2F1-76E8-95CD-834A741EFD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56561" y="10724504"/>
            <a:ext cx="304800" cy="30484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26435546-BA45-D69C-251F-C41D70A48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785487" y="10724504"/>
            <a:ext cx="304800" cy="30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43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 userDrawn="1"/>
        </p:nvSpPr>
        <p:spPr>
          <a:xfrm>
            <a:off x="444281" y="486490"/>
            <a:ext cx="9530246" cy="2538938"/>
          </a:xfrm>
          <a:prstGeom prst="rect">
            <a:avLst/>
          </a:prstGeom>
        </p:spPr>
        <p:txBody>
          <a:bodyPr vert="horz" lIns="216000" tIns="91440" rIns="432000" bIns="91440" rtlCol="0" anchor="t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rgbClr val="0B5CAF"/>
                </a:solidFill>
                <a:latin typeface="Lato Bold"/>
                <a:ea typeface="+mj-ea"/>
                <a:cs typeface="Lato Bold"/>
              </a:defRPr>
            </a:lvl1pPr>
          </a:lstStyle>
          <a:p>
            <a:r>
              <a:rPr lang="x-none" sz="6401" dirty="0">
                <a:latin typeface="Lato" panose="020F0502020204030203" pitchFamily="34" charset="0"/>
              </a:rPr>
              <a:t>Click to edit Master title style</a:t>
            </a:r>
            <a:endParaRPr lang="en-US" sz="6401" dirty="0">
              <a:latin typeface="Lato" panose="020F0502020204030203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1"/>
          </p:nvPr>
        </p:nvSpPr>
        <p:spPr>
          <a:xfrm>
            <a:off x="444281" y="3296355"/>
            <a:ext cx="9530246" cy="7044267"/>
          </a:xfrm>
        </p:spPr>
        <p:txBody>
          <a:bodyPr lIns="108000" rIns="216000"/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9977120" y="0"/>
            <a:ext cx="8310876" cy="1143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9975821" y="0"/>
            <a:ext cx="8313474" cy="1143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73B6F-6561-9E47-BAB3-E133821F6FED}"/>
              </a:ext>
            </a:extLst>
          </p:cNvPr>
          <p:cNvSpPr txBox="1"/>
          <p:nvPr userDrawn="1"/>
        </p:nvSpPr>
        <p:spPr>
          <a:xfrm>
            <a:off x="4148874" y="10738781"/>
            <a:ext cx="3754233" cy="2463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  <a:cs typeface="Lato Regular"/>
              </a:rPr>
              <a:t>|  Digital Business Transformation Enabler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06A96B7-D655-B945-8829-BF69D900CD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4279" y="10685408"/>
            <a:ext cx="3616026" cy="38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664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You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BD3F8FC-44D7-7243-B4D6-48E58A6B8B09}"/>
              </a:ext>
            </a:extLst>
          </p:cNvPr>
          <p:cNvSpPr/>
          <p:nvPr userDrawn="1"/>
        </p:nvSpPr>
        <p:spPr>
          <a:xfrm>
            <a:off x="9372212" y="0"/>
            <a:ext cx="8915784" cy="1143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1159A8E-2F35-4F4E-9EC2-359161D56522}"/>
              </a:ext>
            </a:extLst>
          </p:cNvPr>
          <p:cNvGrpSpPr/>
          <p:nvPr userDrawn="1"/>
        </p:nvGrpSpPr>
        <p:grpSpPr>
          <a:xfrm>
            <a:off x="915641" y="4367633"/>
            <a:ext cx="7516308" cy="5354923"/>
            <a:chOff x="457820" y="1199702"/>
            <a:chExt cx="4952380" cy="3175448"/>
          </a:xfrm>
        </p:grpSpPr>
        <p:sp>
          <p:nvSpPr>
            <p:cNvPr id="9" name="TextBox 10">
              <a:extLst>
                <a:ext uri="{FF2B5EF4-FFF2-40B4-BE49-F238E27FC236}">
                  <a16:creationId xmlns:a16="http://schemas.microsoft.com/office/drawing/2014/main" id="{1BB25459-2F6F-9144-AD37-078985BDD560}"/>
                </a:ext>
              </a:extLst>
            </p:cNvPr>
            <p:cNvSpPr txBox="1"/>
            <p:nvPr userDrawn="1"/>
          </p:nvSpPr>
          <p:spPr>
            <a:xfrm>
              <a:off x="1078472" y="2172598"/>
              <a:ext cx="4331728" cy="3194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481"/>
                </a:lnSpc>
              </a:pPr>
              <a:r>
                <a:rPr lang="en-US" sz="3200" dirty="0">
                  <a:solidFill>
                    <a:srgbClr val="404040"/>
                  </a:solidFill>
                  <a:latin typeface="Open Sans"/>
                </a:rPr>
                <a:t>info@murni.co.id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E2FDE2-1641-344B-BDCB-FA15D5E41CD0}"/>
                </a:ext>
              </a:extLst>
            </p:cNvPr>
            <p:cNvSpPr txBox="1"/>
            <p:nvPr userDrawn="1"/>
          </p:nvSpPr>
          <p:spPr>
            <a:xfrm>
              <a:off x="2473314" y="2708693"/>
              <a:ext cx="2438499" cy="1429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lang="en-US" sz="4800" b="1" dirty="0">
                  <a:solidFill>
                    <a:srgbClr val="0070C0"/>
                  </a:solidFill>
                  <a:latin typeface="Lato" panose="020F0502020204030203" pitchFamily="34" charset="0"/>
                </a:rPr>
                <a:t>SCAN HERE</a:t>
              </a:r>
            </a:p>
            <a:p>
              <a:pPr algn="l">
                <a:spcAft>
                  <a:spcPts val="800"/>
                </a:spcAft>
              </a:pPr>
              <a:r>
                <a:rPr lang="en-US" sz="3200" i="1" dirty="0">
                  <a:solidFill>
                    <a:srgbClr val="404040"/>
                  </a:solidFill>
                  <a:latin typeface="Lato" panose="020F0502020204030203" pitchFamily="34" charset="0"/>
                </a:rPr>
                <a:t>to visit our website and explore all of our solutions.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C951BE2-42CC-1649-8314-F45973C7D7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20610" y="2571750"/>
              <a:ext cx="1803400" cy="1803400"/>
            </a:xfrm>
            <a:prstGeom prst="rect">
              <a:avLst/>
            </a:prstGeom>
            <a:effectLst>
              <a:outerShdw blurRad="101600" dist="38100" dir="5400000" algn="t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63298C58-D4C1-BE49-82A3-C988CF7F27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0610" y="2090040"/>
              <a:ext cx="425758" cy="42575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6148945D-8A31-AC4F-9FBA-46278D9640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7820" y="1199702"/>
              <a:ext cx="1917631" cy="706496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FF730A3-124C-3C4D-BB7E-423A33A88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78169" y="1199702"/>
              <a:ext cx="1917631" cy="706496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4799634-68BA-C848-A53F-13332B735697}"/>
              </a:ext>
            </a:extLst>
          </p:cNvPr>
          <p:cNvSpPr txBox="1"/>
          <p:nvPr userDrawn="1"/>
        </p:nvSpPr>
        <p:spPr>
          <a:xfrm>
            <a:off x="4148874" y="10738781"/>
            <a:ext cx="3754233" cy="2463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  <a:cs typeface="Lato Regular"/>
              </a:rPr>
              <a:t>|  Digital Business Transformation Enabler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160F912-2582-DA47-A811-3A617986F7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279" y="10685408"/>
            <a:ext cx="3616026" cy="3836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52E4E2B-6EFD-7F43-AF2F-B56AE81DA59A}"/>
              </a:ext>
            </a:extLst>
          </p:cNvPr>
          <p:cNvSpPr txBox="1"/>
          <p:nvPr userDrawn="1"/>
        </p:nvSpPr>
        <p:spPr>
          <a:xfrm>
            <a:off x="854910" y="3181114"/>
            <a:ext cx="11885960" cy="67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120"/>
              </a:lnSpc>
            </a:pPr>
            <a:r>
              <a:rPr lang="en-US" sz="2801" dirty="0">
                <a:solidFill>
                  <a:srgbClr val="404040"/>
                </a:solidFill>
                <a:latin typeface="Open Sans"/>
              </a:rPr>
              <a:t>For more info, please contact us here: 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B27DAC6D-8A39-7744-9712-DBAB31E0A44E}"/>
              </a:ext>
            </a:extLst>
          </p:cNvPr>
          <p:cNvSpPr txBox="1"/>
          <p:nvPr userDrawn="1"/>
        </p:nvSpPr>
        <p:spPr>
          <a:xfrm>
            <a:off x="1041226" y="941856"/>
            <a:ext cx="13212734" cy="1808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360"/>
              </a:lnSpc>
            </a:pPr>
            <a:r>
              <a:rPr lang="en-US" sz="12000" dirty="0">
                <a:solidFill>
                  <a:srgbClr val="0B5CAF"/>
                </a:solidFill>
                <a:latin typeface="Lato" panose="020F0502020204030203" pitchFamily="34" charset="0"/>
              </a:rPr>
              <a:t>Thank You 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3B0EE8CE-C506-D74B-A3CB-BE7F95F718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372215" y="0"/>
            <a:ext cx="8915789" cy="1143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61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parator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710287" y="4470541"/>
            <a:ext cx="16884984" cy="1200329"/>
          </a:xfrm>
        </p:spPr>
        <p:txBody>
          <a:bodyPr wrap="square" anchor="t" anchorCtr="0">
            <a:spAutoFit/>
          </a:bodyPr>
          <a:lstStyle>
            <a:lvl1pPr algn="l">
              <a:defRPr sz="7200">
                <a:solidFill>
                  <a:srgbClr val="FFFFFF"/>
                </a:solidFill>
                <a:latin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710287" y="3718024"/>
            <a:ext cx="16884984" cy="584775"/>
          </a:xfrm>
        </p:spPr>
        <p:txBody>
          <a:bodyPr wrap="square" lIns="108000" rIns="108000">
            <a:spAutoFit/>
          </a:bodyPr>
          <a:lstStyle>
            <a:lvl1pPr marL="0" indent="0" algn="l">
              <a:buNone/>
              <a:defRPr sz="3200" b="0" i="0" cap="all">
                <a:solidFill>
                  <a:schemeClr val="bg1"/>
                </a:solidFill>
                <a:latin typeface="Lato Black"/>
                <a:cs typeface="Lato Black"/>
              </a:defRPr>
            </a:lvl1pPr>
            <a:lvl2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1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dirty="0"/>
              <a:t>Click to edit Master subtitle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5919D5-4B68-FBED-CEAB-970F57909A2A}"/>
              </a:ext>
            </a:extLst>
          </p:cNvPr>
          <p:cNvSpPr txBox="1"/>
          <p:nvPr userDrawn="1"/>
        </p:nvSpPr>
        <p:spPr>
          <a:xfrm>
            <a:off x="4148873" y="10720894"/>
            <a:ext cx="3754233" cy="2463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chemeClr val="bg1"/>
                </a:solidFill>
                <a:latin typeface="Lato" panose="020F0502020204030203" pitchFamily="34" charset="0"/>
                <a:cs typeface="Lato Regular"/>
              </a:rPr>
              <a:t>|  Digital Business Transformation Enabler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D05F9-E9E6-17BC-B663-9EA421916456}"/>
              </a:ext>
            </a:extLst>
          </p:cNvPr>
          <p:cNvSpPr txBox="1"/>
          <p:nvPr userDrawn="1"/>
        </p:nvSpPr>
        <p:spPr>
          <a:xfrm>
            <a:off x="10341725" y="10734626"/>
            <a:ext cx="870431" cy="2463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chemeClr val="bg1"/>
                </a:solidFill>
                <a:latin typeface="Lato" panose="020F0502020204030203" pitchFamily="34" charset="0"/>
                <a:cs typeface="Lato Regular"/>
              </a:rPr>
              <a:t>1500 913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AE7E23-344B-97E8-EE92-4869C6D46F23}"/>
              </a:ext>
            </a:extLst>
          </p:cNvPr>
          <p:cNvSpPr txBox="1"/>
          <p:nvPr userDrawn="1"/>
        </p:nvSpPr>
        <p:spPr>
          <a:xfrm>
            <a:off x="11763964" y="10716306"/>
            <a:ext cx="1681409" cy="2463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chemeClr val="bg1"/>
                </a:solidFill>
                <a:latin typeface="Lato" panose="020F0502020204030203" pitchFamily="34" charset="0"/>
                <a:cs typeface="Lato Regular"/>
              </a:rPr>
              <a:t>www.murni.co.id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3A352D-2C36-B3C5-B153-18E43AC2E7E8}"/>
              </a:ext>
            </a:extLst>
          </p:cNvPr>
          <p:cNvSpPr txBox="1"/>
          <p:nvPr userDrawn="1"/>
        </p:nvSpPr>
        <p:spPr>
          <a:xfrm>
            <a:off x="15166148" y="10737238"/>
            <a:ext cx="2843432" cy="2463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chemeClr val="bg1"/>
                </a:solidFill>
                <a:latin typeface="Lato" panose="020F0502020204030203" pitchFamily="34" charset="0"/>
                <a:cs typeface="Lato Regular"/>
              </a:rPr>
              <a:t>PT Murni </a:t>
            </a:r>
            <a:r>
              <a:rPr lang="en-US" sz="1601" dirty="0" err="1">
                <a:solidFill>
                  <a:schemeClr val="bg1"/>
                </a:solidFill>
                <a:latin typeface="Lato" panose="020F0502020204030203" pitchFamily="34" charset="0"/>
                <a:cs typeface="Lato Regular"/>
              </a:rPr>
              <a:t>Solusindo</a:t>
            </a:r>
            <a:r>
              <a:rPr lang="en-US" sz="1601" dirty="0">
                <a:solidFill>
                  <a:schemeClr val="bg1"/>
                </a:solidFill>
                <a:latin typeface="Lato" panose="020F0502020204030203" pitchFamily="34" charset="0"/>
                <a:cs typeface="Lato Regular"/>
              </a:rPr>
              <a:t> Nusantara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7DD3A8C2-337F-F6D3-5859-45298A49B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279" y="10685151"/>
            <a:ext cx="3616026" cy="345301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438A45B-981B-FA29-1CD7-A877629DE1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63467" y="10718078"/>
            <a:ext cx="279401" cy="27944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E0C23D3-0A5F-4AFB-970C-B9F0F14210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85707" y="10734669"/>
            <a:ext cx="279401" cy="279444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10A22056-2FB1-514B-42AD-56B929F70B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69789" y="10709264"/>
            <a:ext cx="304800" cy="304847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963E937-AF15-D399-37A5-B080272C55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98712" y="10709264"/>
            <a:ext cx="304800" cy="304847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EA3849C7-47F0-691E-ADA1-27A1128D0A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27636" y="10709264"/>
            <a:ext cx="304800" cy="30484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D1E494B4-B15B-792D-147D-B9B58159B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456561" y="10709264"/>
            <a:ext cx="304800" cy="30484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C5B8496-7408-826F-7C47-C6FD97DC3C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785487" y="10709264"/>
            <a:ext cx="304800" cy="30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69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6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svg"/><Relationship Id="rId20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image" Target="../media/image8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7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4282" y="2190049"/>
            <a:ext cx="17396849" cy="81505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2561E6-97EB-02F8-3194-2DCEC21CFF80}"/>
              </a:ext>
            </a:extLst>
          </p:cNvPr>
          <p:cNvSpPr txBox="1"/>
          <p:nvPr userDrawn="1"/>
        </p:nvSpPr>
        <p:spPr>
          <a:xfrm>
            <a:off x="4148873" y="10736134"/>
            <a:ext cx="3754233" cy="2463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  <a:cs typeface="Lato Regular"/>
              </a:rPr>
              <a:t>|  Digital Business Transformation Enabler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A92C06-A922-B14C-D3BC-292B8B1F36C8}"/>
              </a:ext>
            </a:extLst>
          </p:cNvPr>
          <p:cNvSpPr txBox="1"/>
          <p:nvPr userDrawn="1"/>
        </p:nvSpPr>
        <p:spPr>
          <a:xfrm>
            <a:off x="10341725" y="10749866"/>
            <a:ext cx="870431" cy="24634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1500 913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8C69A7-239C-31B1-077E-856C3096C330}"/>
              </a:ext>
            </a:extLst>
          </p:cNvPr>
          <p:cNvSpPr txBox="1"/>
          <p:nvPr userDrawn="1"/>
        </p:nvSpPr>
        <p:spPr>
          <a:xfrm>
            <a:off x="11763964" y="10731546"/>
            <a:ext cx="1681409" cy="2463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www.murni.co.id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F52A96-4BDA-0D63-37C7-6E5815A1267E}"/>
              </a:ext>
            </a:extLst>
          </p:cNvPr>
          <p:cNvSpPr txBox="1"/>
          <p:nvPr userDrawn="1"/>
        </p:nvSpPr>
        <p:spPr>
          <a:xfrm>
            <a:off x="15166148" y="10752478"/>
            <a:ext cx="2843432" cy="2463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601" dirty="0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PT Murni </a:t>
            </a:r>
            <a:r>
              <a:rPr lang="en-US" sz="1601" dirty="0" err="1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Solusindo</a:t>
            </a:r>
            <a:r>
              <a:rPr lang="en-US" sz="1601" dirty="0">
                <a:solidFill>
                  <a:srgbClr val="A6A6A6"/>
                </a:solidFill>
                <a:latin typeface="Lato" panose="020F0502020204030203" pitchFamily="34" charset="0"/>
                <a:cs typeface="Lato Regular"/>
              </a:rPr>
              <a:t> Nusantara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D4954CBF-EFD0-6829-1628-B7ADA3E08C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4279" y="10700391"/>
            <a:ext cx="3616026" cy="345301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33138351-B9FB-E3B3-D898-4DD4BA6FA3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963467" y="10733318"/>
            <a:ext cx="279401" cy="279444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FE77E1C0-F1CA-EB5A-8A62-8DE5F3F354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385707" y="10749909"/>
            <a:ext cx="279401" cy="279444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D2C6A86F-74EF-84B3-9096-091715D3E0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469789" y="10724504"/>
            <a:ext cx="304800" cy="304847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02334CD-F9E3-735B-B4D7-4C87CDB57D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3798712" y="10724504"/>
            <a:ext cx="304800" cy="304847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BFDAC8C8-4004-E1CA-41E0-413B258062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4127636" y="10724504"/>
            <a:ext cx="304800" cy="304847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C6D9C327-ADDD-58F3-94BC-632E8F0C01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4456561" y="10724504"/>
            <a:ext cx="304800" cy="304847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0A0DADD1-0CBE-1CC2-1F99-9715632AFB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785487" y="10724504"/>
            <a:ext cx="304800" cy="30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0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9" r:id="rId14"/>
  </p:sldLayoutIdLst>
  <p:txStyles>
    <p:titleStyle>
      <a:lvl1pPr algn="l" defTabSz="914378" rtl="0" eaLnBrk="1" latinLnBrk="0" hangingPunct="1">
        <a:spcBef>
          <a:spcPct val="0"/>
        </a:spcBef>
        <a:buNone/>
        <a:defRPr sz="6401" b="1" kern="1200">
          <a:solidFill>
            <a:srgbClr val="0B5CAF"/>
          </a:solidFill>
          <a:latin typeface="Lato" panose="020F0502020204030203" pitchFamily="34" charset="0"/>
          <a:ea typeface="+mj-ea"/>
          <a:cs typeface="Lato" panose="020F0502020204030203" pitchFamily="34" charset="0"/>
        </a:defRPr>
      </a:lvl1pPr>
    </p:titleStyle>
    <p:bodyStyle>
      <a:lvl1pPr marL="685784" indent="-685784" algn="l" defTabSz="914378" rtl="0" eaLnBrk="1" latinLnBrk="0" hangingPunct="1">
        <a:spcBef>
          <a:spcPct val="20000"/>
        </a:spcBef>
        <a:buFont typeface="Arial"/>
        <a:buChar char="•"/>
        <a:defRPr sz="4400" kern="12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+mn-ea"/>
          <a:cs typeface="Lato" panose="020F0502020204030203" pitchFamily="34" charset="0"/>
        </a:defRPr>
      </a:lvl1pPr>
      <a:lvl2pPr marL="1485863" indent="-571485" algn="l" defTabSz="914378" rtl="0" eaLnBrk="1" latinLnBrk="0" hangingPunct="1">
        <a:spcBef>
          <a:spcPct val="20000"/>
        </a:spcBef>
        <a:buFont typeface="Arial"/>
        <a:buChar char="–"/>
        <a:defRPr sz="4001" kern="12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+mn-ea"/>
          <a:cs typeface="Lato" panose="020F0502020204030203" pitchFamily="34" charset="0"/>
        </a:defRPr>
      </a:lvl2pPr>
      <a:lvl3pPr marL="2285943" indent="-457188" algn="l" defTabSz="914378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+mn-ea"/>
          <a:cs typeface="Lato" panose="020F0502020204030203" pitchFamily="34" charset="0"/>
        </a:defRPr>
      </a:lvl3pPr>
      <a:lvl4pPr marL="3200321" indent="-457188" algn="l" defTabSz="914378" rtl="0" eaLnBrk="1" latinLnBrk="0" hangingPunct="1">
        <a:spcBef>
          <a:spcPct val="20000"/>
        </a:spcBef>
        <a:buFont typeface="Arial"/>
        <a:buChar char="–"/>
        <a:defRPr sz="3200" kern="12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+mn-ea"/>
          <a:cs typeface="Lato" panose="020F0502020204030203" pitchFamily="34" charset="0"/>
        </a:defRPr>
      </a:lvl4pPr>
      <a:lvl5pPr marL="4114697" indent="-457188" algn="l" defTabSz="914378" rtl="0" eaLnBrk="1" latinLnBrk="0" hangingPunct="1">
        <a:spcBef>
          <a:spcPct val="20000"/>
        </a:spcBef>
        <a:buFont typeface="Arial"/>
        <a:buChar char="»"/>
        <a:defRPr sz="2801" kern="12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+mn-ea"/>
          <a:cs typeface="Lato" panose="020F0502020204030203" pitchFamily="34" charset="0"/>
        </a:defRPr>
      </a:lvl5pPr>
      <a:lvl6pPr marL="5029074" indent="-457188" algn="l" defTabSz="914378" rtl="0" eaLnBrk="1" latinLnBrk="0" hangingPunct="1">
        <a:spcBef>
          <a:spcPct val="20000"/>
        </a:spcBef>
        <a:buFont typeface="Arial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452" indent="-457188" algn="l" defTabSz="914378" rtl="0" eaLnBrk="1" latinLnBrk="0" hangingPunct="1">
        <a:spcBef>
          <a:spcPct val="20000"/>
        </a:spcBef>
        <a:buFont typeface="Arial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7pPr>
      <a:lvl8pPr marL="6857829" indent="-457188" algn="l" defTabSz="914378" rtl="0" eaLnBrk="1" latinLnBrk="0" hangingPunct="1">
        <a:spcBef>
          <a:spcPct val="20000"/>
        </a:spcBef>
        <a:buFont typeface="Arial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205" indent="-457188" algn="l" defTabSz="914378" rtl="0" eaLnBrk="1" latinLnBrk="0" hangingPunct="1">
        <a:spcBef>
          <a:spcPct val="20000"/>
        </a:spcBef>
        <a:buFont typeface="Arial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78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55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131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509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886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264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640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017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33B3-5969-5F18-52EC-C19966456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B15C93DB-BDD3-F083-83B6-85B3EB637969}"/>
              </a:ext>
            </a:extLst>
          </p:cNvPr>
          <p:cNvSpPr/>
          <p:nvPr/>
        </p:nvSpPr>
        <p:spPr>
          <a:xfrm>
            <a:off x="614853" y="2349062"/>
            <a:ext cx="5880539" cy="7346731"/>
          </a:xfrm>
          <a:prstGeom prst="roundRect">
            <a:avLst>
              <a:gd name="adj" fmla="val 5137"/>
            </a:avLst>
          </a:prstGeom>
          <a:gradFill flip="none" rotWithShape="1">
            <a:gsLst>
              <a:gs pos="0">
                <a:srgbClr val="00CCFF"/>
              </a:gs>
              <a:gs pos="40000">
                <a:srgbClr val="1D4ED8"/>
              </a:gs>
              <a:gs pos="86000">
                <a:srgbClr val="002060"/>
              </a:gs>
            </a:gsLst>
            <a:lin ang="13500000" scaled="1"/>
            <a:tileRect/>
          </a:gradFill>
          <a:ln w="6350">
            <a:noFill/>
            <a:prstDash val="solid"/>
          </a:ln>
          <a:effectLst>
            <a:outerShdw blurRad="1270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A11B0FB1-7805-71E7-466E-52CAF238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</p:spPr>
        <p:txBody>
          <a:bodyPr>
            <a:normAutofit/>
          </a:bodyPr>
          <a:lstStyle/>
          <a:p>
            <a:r>
              <a:rPr lang="en-US" dirty="0"/>
              <a:t>CTA - Digital CS Kiosk/ SMART</a:t>
            </a:r>
            <a:r>
              <a:rPr lang="en-US" dirty="0">
                <a:solidFill>
                  <a:srgbClr val="FF9900"/>
                </a:solidFill>
              </a:rPr>
              <a:t>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22841-9B6A-EEDA-BD11-ED20ED416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5591" y="4587764"/>
            <a:ext cx="5920709" cy="3700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A45FF0-8E69-F442-4845-7B44DC6E91CC}"/>
              </a:ext>
            </a:extLst>
          </p:cNvPr>
          <p:cNvSpPr txBox="1"/>
          <p:nvPr/>
        </p:nvSpPr>
        <p:spPr>
          <a:xfrm>
            <a:off x="7008054" y="2728187"/>
            <a:ext cx="6949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+mj-lt"/>
              </a:rPr>
              <a:t>For Inquiry, </a:t>
            </a:r>
          </a:p>
          <a:p>
            <a:r>
              <a:rPr lang="en-US" sz="4400" i="1" dirty="0">
                <a:latin typeface="+mj-lt"/>
              </a:rPr>
              <a:t>Please Contact Us at: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3D5C01-CF4F-3CC5-F963-2C710F6093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7516" y="4356720"/>
            <a:ext cx="4855209" cy="4855209"/>
          </a:xfrm>
          <a:prstGeom prst="roundRect">
            <a:avLst>
              <a:gd name="adj" fmla="val 400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3CEDD2A-A1BB-FF02-316B-062C34553F70}"/>
              </a:ext>
            </a:extLst>
          </p:cNvPr>
          <p:cNvSpPr txBox="1"/>
          <p:nvPr/>
        </p:nvSpPr>
        <p:spPr>
          <a:xfrm>
            <a:off x="614852" y="2728187"/>
            <a:ext cx="58805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FFFF"/>
                </a:solidFill>
                <a:latin typeface="+mj-lt"/>
              </a:rPr>
              <a:t>SCAN HERE </a:t>
            </a:r>
          </a:p>
          <a:p>
            <a:pPr algn="ctr"/>
            <a:r>
              <a:rPr lang="en-US" sz="4000" i="1" dirty="0">
                <a:solidFill>
                  <a:schemeClr val="bg1"/>
                </a:solidFill>
                <a:latin typeface="+mj-lt"/>
              </a:rPr>
              <a:t>For More Information </a:t>
            </a:r>
          </a:p>
        </p:txBody>
      </p:sp>
    </p:spTree>
    <p:extLst>
      <p:ext uri="{BB962C8B-B14F-4D97-AF65-F5344CB8AC3E}">
        <p14:creationId xmlns:p14="http://schemas.microsoft.com/office/powerpoint/2010/main" val="1605359308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027AD-C069-B88A-81F2-D0D7A986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49F4C344-0EB8-6F49-CA70-CB1DEE2DE649}"/>
              </a:ext>
            </a:extLst>
          </p:cNvPr>
          <p:cNvSpPr/>
          <p:nvPr/>
        </p:nvSpPr>
        <p:spPr>
          <a:xfrm>
            <a:off x="614853" y="2349062"/>
            <a:ext cx="5880539" cy="7346731"/>
          </a:xfrm>
          <a:prstGeom prst="roundRect">
            <a:avLst>
              <a:gd name="adj" fmla="val 5137"/>
            </a:avLst>
          </a:prstGeom>
          <a:gradFill flip="none" rotWithShape="1">
            <a:gsLst>
              <a:gs pos="0">
                <a:srgbClr val="00CCFF"/>
              </a:gs>
              <a:gs pos="40000">
                <a:srgbClr val="1D4ED8"/>
              </a:gs>
              <a:gs pos="86000">
                <a:srgbClr val="002060"/>
              </a:gs>
            </a:gsLst>
            <a:lin ang="13500000" scaled="1"/>
            <a:tileRect/>
          </a:gradFill>
          <a:ln w="6350">
            <a:noFill/>
            <a:prstDash val="solid"/>
          </a:ln>
          <a:effectLst>
            <a:outerShdw blurRad="1270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4186C853-90EB-1C3A-4A81-1088F422D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</p:spPr>
        <p:txBody>
          <a:bodyPr>
            <a:normAutofit fontScale="90000"/>
          </a:bodyPr>
          <a:lstStyle/>
          <a:p>
            <a:r>
              <a:rPr lang="en-US" dirty="0"/>
              <a:t>CTA – Tablet Solutions for Service Preparation Area </a:t>
            </a:r>
            <a:endParaRPr lang="en-US" dirty="0">
              <a:solidFill>
                <a:srgbClr val="FF99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374D72-ECCD-58B4-D275-1766735E1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5591" y="4587764"/>
            <a:ext cx="5920709" cy="3700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66228B-D874-0059-30D9-6A7B48060643}"/>
              </a:ext>
            </a:extLst>
          </p:cNvPr>
          <p:cNvSpPr txBox="1"/>
          <p:nvPr/>
        </p:nvSpPr>
        <p:spPr>
          <a:xfrm>
            <a:off x="7008054" y="2728187"/>
            <a:ext cx="6949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+mj-lt"/>
              </a:rPr>
              <a:t>For Inquiry, </a:t>
            </a:r>
          </a:p>
          <a:p>
            <a:r>
              <a:rPr lang="en-US" sz="4400" i="1" dirty="0">
                <a:latin typeface="+mj-lt"/>
              </a:rPr>
              <a:t>Please Contact Us at: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E9F0C50-6490-B95B-1D2D-9EDDEE67E01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7516" y="4356720"/>
            <a:ext cx="4855209" cy="4855209"/>
          </a:xfrm>
          <a:prstGeom prst="roundRect">
            <a:avLst>
              <a:gd name="adj" fmla="val 400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2A7B55C-2D88-200D-E33D-FEBF19D2436B}"/>
              </a:ext>
            </a:extLst>
          </p:cNvPr>
          <p:cNvSpPr txBox="1"/>
          <p:nvPr/>
        </p:nvSpPr>
        <p:spPr>
          <a:xfrm>
            <a:off x="614852" y="2728187"/>
            <a:ext cx="58805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FFFF"/>
                </a:solidFill>
                <a:latin typeface="+mj-lt"/>
              </a:rPr>
              <a:t>SCAN HERE </a:t>
            </a:r>
          </a:p>
          <a:p>
            <a:pPr algn="ctr"/>
            <a:r>
              <a:rPr lang="en-US" sz="4000" i="1" dirty="0">
                <a:solidFill>
                  <a:schemeClr val="bg1"/>
                </a:solidFill>
                <a:latin typeface="+mj-lt"/>
              </a:rPr>
              <a:t>For More Information </a:t>
            </a:r>
          </a:p>
        </p:txBody>
      </p:sp>
    </p:spTree>
    <p:extLst>
      <p:ext uri="{BB962C8B-B14F-4D97-AF65-F5344CB8AC3E}">
        <p14:creationId xmlns:p14="http://schemas.microsoft.com/office/powerpoint/2010/main" val="3830405369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0DA9C-6379-F8C8-19D9-E43816A9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D127D993-8AC2-F9FF-B368-8D50C9718AD2}"/>
              </a:ext>
            </a:extLst>
          </p:cNvPr>
          <p:cNvSpPr/>
          <p:nvPr/>
        </p:nvSpPr>
        <p:spPr>
          <a:xfrm>
            <a:off x="614853" y="2349062"/>
            <a:ext cx="5880539" cy="7346731"/>
          </a:xfrm>
          <a:prstGeom prst="roundRect">
            <a:avLst>
              <a:gd name="adj" fmla="val 5137"/>
            </a:avLst>
          </a:prstGeom>
          <a:gradFill flip="none" rotWithShape="1">
            <a:gsLst>
              <a:gs pos="0">
                <a:srgbClr val="00CCFF"/>
              </a:gs>
              <a:gs pos="40000">
                <a:srgbClr val="1D4ED8"/>
              </a:gs>
              <a:gs pos="86000">
                <a:srgbClr val="002060"/>
              </a:gs>
            </a:gsLst>
            <a:lin ang="13500000" scaled="1"/>
            <a:tileRect/>
          </a:gradFill>
          <a:ln w="6350">
            <a:noFill/>
            <a:prstDash val="solid"/>
          </a:ln>
          <a:effectLst>
            <a:outerShdw blurRad="1270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2A3DD5EE-B356-C007-1DB3-0CA3C1CA0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</p:spPr>
        <p:txBody>
          <a:bodyPr>
            <a:normAutofit/>
          </a:bodyPr>
          <a:lstStyle/>
          <a:p>
            <a:r>
              <a:rPr lang="en-US" dirty="0"/>
              <a:t>CTA – Robotic Monitor Arm</a:t>
            </a:r>
            <a:endParaRPr lang="en-US" dirty="0">
              <a:solidFill>
                <a:srgbClr val="FF99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68089-E830-8BC5-427B-E3321B3A2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5591" y="4587764"/>
            <a:ext cx="5920709" cy="3700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B58B39-216E-787D-41F9-FF82F755DE6D}"/>
              </a:ext>
            </a:extLst>
          </p:cNvPr>
          <p:cNvSpPr txBox="1"/>
          <p:nvPr/>
        </p:nvSpPr>
        <p:spPr>
          <a:xfrm>
            <a:off x="7008054" y="2728187"/>
            <a:ext cx="6949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More Information, </a:t>
            </a:r>
          </a:p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Please Contact Us at: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BA6AC78-E73C-D8D7-22EC-246A39DB3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7516" y="4356720"/>
            <a:ext cx="4855209" cy="4855209"/>
          </a:xfrm>
          <a:prstGeom prst="roundRect">
            <a:avLst>
              <a:gd name="adj" fmla="val 400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F5C678F-A0DA-E31C-6F36-E6EC4C8A82C7}"/>
              </a:ext>
            </a:extLst>
          </p:cNvPr>
          <p:cNvSpPr txBox="1"/>
          <p:nvPr/>
        </p:nvSpPr>
        <p:spPr>
          <a:xfrm>
            <a:off x="614852" y="2728187"/>
            <a:ext cx="58805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SCAN HERE </a:t>
            </a:r>
          </a:p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Secure the Best Price</a:t>
            </a:r>
          </a:p>
        </p:txBody>
      </p:sp>
    </p:spTree>
    <p:extLst>
      <p:ext uri="{BB962C8B-B14F-4D97-AF65-F5344CB8AC3E}">
        <p14:creationId xmlns:p14="http://schemas.microsoft.com/office/powerpoint/2010/main" val="653943031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F5C12-9970-DB49-E8BD-5A46788B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5194EF51-DEC2-BAA1-8C30-860559DF0A18}"/>
              </a:ext>
            </a:extLst>
          </p:cNvPr>
          <p:cNvSpPr/>
          <p:nvPr/>
        </p:nvSpPr>
        <p:spPr>
          <a:xfrm>
            <a:off x="614853" y="2349062"/>
            <a:ext cx="5880539" cy="7346731"/>
          </a:xfrm>
          <a:prstGeom prst="roundRect">
            <a:avLst>
              <a:gd name="adj" fmla="val 5137"/>
            </a:avLst>
          </a:prstGeom>
          <a:gradFill flip="none" rotWithShape="1">
            <a:gsLst>
              <a:gs pos="0">
                <a:srgbClr val="00CCFF"/>
              </a:gs>
              <a:gs pos="40000">
                <a:srgbClr val="1D4ED8"/>
              </a:gs>
              <a:gs pos="86000">
                <a:srgbClr val="002060"/>
              </a:gs>
            </a:gsLst>
            <a:lin ang="13500000" scaled="1"/>
            <a:tileRect/>
          </a:gradFill>
          <a:ln w="6350">
            <a:noFill/>
            <a:prstDash val="solid"/>
          </a:ln>
          <a:effectLst>
            <a:outerShdw blurRad="1270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B6672023-050E-E615-311C-54731D7E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</p:spPr>
        <p:txBody>
          <a:bodyPr>
            <a:normAutofit/>
          </a:bodyPr>
          <a:lstStyle/>
          <a:p>
            <a:r>
              <a:rPr lang="en-US" dirty="0"/>
              <a:t>CTA – Multi-</a:t>
            </a:r>
            <a:r>
              <a:rPr lang="en-US" dirty="0" err="1"/>
              <a:t>denom</a:t>
            </a:r>
            <a:r>
              <a:rPr lang="en-US" dirty="0"/>
              <a:t> CDM</a:t>
            </a:r>
            <a:endParaRPr lang="en-US" dirty="0">
              <a:solidFill>
                <a:srgbClr val="FF99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A841E7-33B8-0103-74B7-92454E7DE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5591" y="4587764"/>
            <a:ext cx="5920709" cy="3700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EB685A-37E8-1B02-202F-A5760887B391}"/>
              </a:ext>
            </a:extLst>
          </p:cNvPr>
          <p:cNvSpPr txBox="1"/>
          <p:nvPr/>
        </p:nvSpPr>
        <p:spPr>
          <a:xfrm>
            <a:off x="7008054" y="2728187"/>
            <a:ext cx="6949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More Information, </a:t>
            </a:r>
          </a:p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Please Contact Us at: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ACFB3A-0E42-A5F1-9B76-7D19FAE44D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7516" y="4356720"/>
            <a:ext cx="4855209" cy="4855209"/>
          </a:xfrm>
          <a:prstGeom prst="roundRect">
            <a:avLst>
              <a:gd name="adj" fmla="val 400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5CA5B3-7ECF-74D2-8203-A3727E903AD9}"/>
              </a:ext>
            </a:extLst>
          </p:cNvPr>
          <p:cNvSpPr txBox="1"/>
          <p:nvPr/>
        </p:nvSpPr>
        <p:spPr>
          <a:xfrm>
            <a:off x="614852" y="2728187"/>
            <a:ext cx="58805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SCAN HERE </a:t>
            </a:r>
          </a:p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Secure the Best Price</a:t>
            </a:r>
          </a:p>
        </p:txBody>
      </p:sp>
    </p:spTree>
    <p:extLst>
      <p:ext uri="{BB962C8B-B14F-4D97-AF65-F5344CB8AC3E}">
        <p14:creationId xmlns:p14="http://schemas.microsoft.com/office/powerpoint/2010/main" val="2880349991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AD8CA-9697-C8E0-C981-265AE3EAC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E507CD7F-354E-0ECF-D24E-7AFD3C0CFA9C}"/>
              </a:ext>
            </a:extLst>
          </p:cNvPr>
          <p:cNvSpPr/>
          <p:nvPr/>
        </p:nvSpPr>
        <p:spPr>
          <a:xfrm>
            <a:off x="614853" y="2349062"/>
            <a:ext cx="5880539" cy="7346731"/>
          </a:xfrm>
          <a:prstGeom prst="roundRect">
            <a:avLst>
              <a:gd name="adj" fmla="val 5137"/>
            </a:avLst>
          </a:prstGeom>
          <a:gradFill flip="none" rotWithShape="1">
            <a:gsLst>
              <a:gs pos="0">
                <a:srgbClr val="00CCFF"/>
              </a:gs>
              <a:gs pos="40000">
                <a:srgbClr val="1D4ED8"/>
              </a:gs>
              <a:gs pos="86000">
                <a:srgbClr val="002060"/>
              </a:gs>
            </a:gsLst>
            <a:lin ang="13500000" scaled="1"/>
            <a:tileRect/>
          </a:gradFill>
          <a:ln w="6350">
            <a:noFill/>
            <a:prstDash val="solid"/>
          </a:ln>
          <a:effectLst>
            <a:outerShdw blurRad="1270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3A215A9A-EBF9-5E4F-61D3-1E88233C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</p:spPr>
        <p:txBody>
          <a:bodyPr>
            <a:normAutofit/>
          </a:bodyPr>
          <a:lstStyle/>
          <a:p>
            <a:r>
              <a:rPr lang="en-US" dirty="0"/>
              <a:t>CTA – Multicurrency Money Counting Machine</a:t>
            </a:r>
            <a:endParaRPr lang="en-US" dirty="0">
              <a:solidFill>
                <a:srgbClr val="FF99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E5A3C9-5AE5-0797-9685-C88066F57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5591" y="4587764"/>
            <a:ext cx="5920709" cy="3700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B37D45-B453-1DE5-082D-05F3F676A5D0}"/>
              </a:ext>
            </a:extLst>
          </p:cNvPr>
          <p:cNvSpPr txBox="1"/>
          <p:nvPr/>
        </p:nvSpPr>
        <p:spPr>
          <a:xfrm>
            <a:off x="7008054" y="2728187"/>
            <a:ext cx="6949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Inquiry, </a:t>
            </a:r>
          </a:p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Please Contact Us at: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D64E1ED-E79B-D344-52BE-D80E0D4012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7516" y="4356720"/>
            <a:ext cx="4855209" cy="4855209"/>
          </a:xfrm>
          <a:prstGeom prst="roundRect">
            <a:avLst>
              <a:gd name="adj" fmla="val 400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0DC4AD8-BBAF-76D3-1B1D-34A01F7E5FD0}"/>
              </a:ext>
            </a:extLst>
          </p:cNvPr>
          <p:cNvSpPr txBox="1"/>
          <p:nvPr/>
        </p:nvSpPr>
        <p:spPr>
          <a:xfrm>
            <a:off x="614852" y="2728187"/>
            <a:ext cx="58805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SCAN HERE </a:t>
            </a:r>
          </a:p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552964362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074EC-E267-7020-F1DC-B48DF338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DCF8750C-0E64-3F74-FF08-9630E96E9E7B}"/>
              </a:ext>
            </a:extLst>
          </p:cNvPr>
          <p:cNvSpPr/>
          <p:nvPr/>
        </p:nvSpPr>
        <p:spPr>
          <a:xfrm>
            <a:off x="614853" y="2349062"/>
            <a:ext cx="5880539" cy="7346731"/>
          </a:xfrm>
          <a:prstGeom prst="roundRect">
            <a:avLst>
              <a:gd name="adj" fmla="val 5137"/>
            </a:avLst>
          </a:prstGeom>
          <a:gradFill flip="none" rotWithShape="1">
            <a:gsLst>
              <a:gs pos="0">
                <a:srgbClr val="00CCFF"/>
              </a:gs>
              <a:gs pos="40000">
                <a:srgbClr val="1D4ED8"/>
              </a:gs>
              <a:gs pos="86000">
                <a:srgbClr val="002060"/>
              </a:gs>
            </a:gsLst>
            <a:lin ang="13500000" scaled="1"/>
            <a:tileRect/>
          </a:gradFill>
          <a:ln w="6350">
            <a:noFill/>
            <a:prstDash val="solid"/>
          </a:ln>
          <a:effectLst>
            <a:outerShdw blurRad="1270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945B257E-0E55-AB94-75DD-56E90C7DA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</p:spPr>
        <p:txBody>
          <a:bodyPr>
            <a:normAutofit/>
          </a:bodyPr>
          <a:lstStyle/>
          <a:p>
            <a:r>
              <a:rPr lang="en-US" dirty="0"/>
              <a:t>CTA – Digital Menu Board</a:t>
            </a:r>
            <a:endParaRPr lang="en-US" dirty="0">
              <a:solidFill>
                <a:srgbClr val="FF99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4B7FD4-898A-1ED1-7356-64CC94FF8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5591" y="4587764"/>
            <a:ext cx="5920709" cy="3700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BD33E9-A87A-D460-2404-F7F4159D5429}"/>
              </a:ext>
            </a:extLst>
          </p:cNvPr>
          <p:cNvSpPr txBox="1"/>
          <p:nvPr/>
        </p:nvSpPr>
        <p:spPr>
          <a:xfrm>
            <a:off x="7008054" y="2728187"/>
            <a:ext cx="6949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Inquiry, </a:t>
            </a:r>
          </a:p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Please Contact Us at: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E5B003C-702A-EB87-19B5-1B9BE5784A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7516" y="4356720"/>
            <a:ext cx="4855209" cy="4855209"/>
          </a:xfrm>
          <a:prstGeom prst="roundRect">
            <a:avLst>
              <a:gd name="adj" fmla="val 400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2FF375E-1ADE-9ED8-D15C-2B16D221A59C}"/>
              </a:ext>
            </a:extLst>
          </p:cNvPr>
          <p:cNvSpPr txBox="1"/>
          <p:nvPr/>
        </p:nvSpPr>
        <p:spPr>
          <a:xfrm>
            <a:off x="614852" y="2728187"/>
            <a:ext cx="58805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SCAN HERE </a:t>
            </a:r>
          </a:p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3134085215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FE32C-CC5C-71FB-D0C7-B935734A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FF3F8A34-6C9A-5A08-7180-A21638F0087D}"/>
              </a:ext>
            </a:extLst>
          </p:cNvPr>
          <p:cNvSpPr/>
          <p:nvPr/>
        </p:nvSpPr>
        <p:spPr>
          <a:xfrm>
            <a:off x="614853" y="2349062"/>
            <a:ext cx="5880539" cy="7346731"/>
          </a:xfrm>
          <a:prstGeom prst="roundRect">
            <a:avLst>
              <a:gd name="adj" fmla="val 5137"/>
            </a:avLst>
          </a:prstGeom>
          <a:gradFill flip="none" rotWithShape="1">
            <a:gsLst>
              <a:gs pos="0">
                <a:srgbClr val="00CCFF"/>
              </a:gs>
              <a:gs pos="40000">
                <a:srgbClr val="1D4ED8"/>
              </a:gs>
              <a:gs pos="86000">
                <a:srgbClr val="002060"/>
              </a:gs>
            </a:gsLst>
            <a:lin ang="13500000" scaled="1"/>
            <a:tileRect/>
          </a:gradFill>
          <a:ln w="6350">
            <a:noFill/>
            <a:prstDash val="solid"/>
          </a:ln>
          <a:effectLst>
            <a:outerShdw blurRad="1270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FDCFE68F-A17D-FB0E-2E5C-ECC6DFBD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</p:spPr>
        <p:txBody>
          <a:bodyPr>
            <a:normAutofit/>
          </a:bodyPr>
          <a:lstStyle/>
          <a:p>
            <a:r>
              <a:rPr lang="en-US" dirty="0"/>
              <a:t>CTA – Digital Poster &amp; Banner</a:t>
            </a:r>
            <a:endParaRPr lang="en-US" dirty="0">
              <a:solidFill>
                <a:srgbClr val="FF99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162E24-3300-5AC8-0244-52F92CDBD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5591" y="4587764"/>
            <a:ext cx="5920709" cy="3700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B06504-D432-0543-1AAA-669058156113}"/>
              </a:ext>
            </a:extLst>
          </p:cNvPr>
          <p:cNvSpPr txBox="1"/>
          <p:nvPr/>
        </p:nvSpPr>
        <p:spPr>
          <a:xfrm>
            <a:off x="7008054" y="2728187"/>
            <a:ext cx="6949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Inquiry, </a:t>
            </a:r>
          </a:p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Please Contact Us at: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7730C9-8BC0-6108-867A-2E27A4295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7516" y="4356720"/>
            <a:ext cx="4855209" cy="4855209"/>
          </a:xfrm>
          <a:prstGeom prst="roundRect">
            <a:avLst>
              <a:gd name="adj" fmla="val 400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44B2C99-2480-164E-F0B6-16DD1FE50EB5}"/>
              </a:ext>
            </a:extLst>
          </p:cNvPr>
          <p:cNvSpPr txBox="1"/>
          <p:nvPr/>
        </p:nvSpPr>
        <p:spPr>
          <a:xfrm>
            <a:off x="614852" y="2728187"/>
            <a:ext cx="58805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SCAN HERE </a:t>
            </a:r>
          </a:p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481158959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5FFC5-98D6-B601-1AF2-C47DFBE0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A6A304F0-5D97-7922-825F-35A32B2D2399}"/>
              </a:ext>
            </a:extLst>
          </p:cNvPr>
          <p:cNvSpPr/>
          <p:nvPr/>
        </p:nvSpPr>
        <p:spPr>
          <a:xfrm>
            <a:off x="614853" y="2349062"/>
            <a:ext cx="5880539" cy="7346731"/>
          </a:xfrm>
          <a:prstGeom prst="roundRect">
            <a:avLst>
              <a:gd name="adj" fmla="val 5137"/>
            </a:avLst>
          </a:prstGeom>
          <a:gradFill flip="none" rotWithShape="1">
            <a:gsLst>
              <a:gs pos="0">
                <a:srgbClr val="00CCFF"/>
              </a:gs>
              <a:gs pos="40000">
                <a:srgbClr val="1D4ED8"/>
              </a:gs>
              <a:gs pos="86000">
                <a:srgbClr val="002060"/>
              </a:gs>
            </a:gsLst>
            <a:lin ang="13500000" scaled="1"/>
            <a:tileRect/>
          </a:gradFill>
          <a:ln w="6350">
            <a:noFill/>
            <a:prstDash val="solid"/>
          </a:ln>
          <a:effectLst>
            <a:outerShdw blurRad="1270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6E7A9D7C-7B7A-0796-FFD5-A84742AAB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</p:spPr>
        <p:txBody>
          <a:bodyPr>
            <a:normAutofit/>
          </a:bodyPr>
          <a:lstStyle/>
          <a:p>
            <a:r>
              <a:rPr lang="en-US" dirty="0"/>
              <a:t>CTA – LCD Price Tags</a:t>
            </a:r>
            <a:endParaRPr lang="en-US" dirty="0">
              <a:solidFill>
                <a:srgbClr val="FF99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2F8A18-EA84-0D9A-D93D-7BC9EF394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5591" y="4587764"/>
            <a:ext cx="5920709" cy="3700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0AC6FB-6186-1D02-A43F-B1E3F218F4D1}"/>
              </a:ext>
            </a:extLst>
          </p:cNvPr>
          <p:cNvSpPr txBox="1"/>
          <p:nvPr/>
        </p:nvSpPr>
        <p:spPr>
          <a:xfrm>
            <a:off x="7008054" y="2728187"/>
            <a:ext cx="6949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Inquiry, </a:t>
            </a:r>
          </a:p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Please Contact Us at: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21D3789-9E6B-5333-69B3-78FFB3BD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7516" y="4356720"/>
            <a:ext cx="4855209" cy="4855209"/>
          </a:xfrm>
          <a:prstGeom prst="roundRect">
            <a:avLst>
              <a:gd name="adj" fmla="val 400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9C42FBC-5B0A-9C50-BABE-4345DFB4BD7D}"/>
              </a:ext>
            </a:extLst>
          </p:cNvPr>
          <p:cNvSpPr txBox="1"/>
          <p:nvPr/>
        </p:nvSpPr>
        <p:spPr>
          <a:xfrm>
            <a:off x="614852" y="2728187"/>
            <a:ext cx="58805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SCAN HERE </a:t>
            </a:r>
          </a:p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932974570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AD63A-9DB8-ED27-6077-431C2F43D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A9EBA575-5952-EA29-2B1A-9E0630D34227}"/>
              </a:ext>
            </a:extLst>
          </p:cNvPr>
          <p:cNvSpPr/>
          <p:nvPr/>
        </p:nvSpPr>
        <p:spPr>
          <a:xfrm>
            <a:off x="614853" y="2349062"/>
            <a:ext cx="5880539" cy="7346731"/>
          </a:xfrm>
          <a:prstGeom prst="roundRect">
            <a:avLst>
              <a:gd name="adj" fmla="val 5137"/>
            </a:avLst>
          </a:prstGeom>
          <a:gradFill flip="none" rotWithShape="1">
            <a:gsLst>
              <a:gs pos="0">
                <a:srgbClr val="00CCFF"/>
              </a:gs>
              <a:gs pos="40000">
                <a:srgbClr val="1D4ED8"/>
              </a:gs>
              <a:gs pos="86000">
                <a:srgbClr val="002060"/>
              </a:gs>
            </a:gsLst>
            <a:lin ang="13500000" scaled="1"/>
            <a:tileRect/>
          </a:gradFill>
          <a:ln w="6350">
            <a:noFill/>
            <a:prstDash val="solid"/>
          </a:ln>
          <a:effectLst>
            <a:outerShdw blurRad="1270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24B55FC2-E2E0-E974-3986-46A11B1FF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</p:spPr>
        <p:txBody>
          <a:bodyPr>
            <a:normAutofit/>
          </a:bodyPr>
          <a:lstStyle/>
          <a:p>
            <a:r>
              <a:rPr lang="en-US" dirty="0"/>
              <a:t>CTA – Self-service Price Checker</a:t>
            </a:r>
            <a:endParaRPr lang="en-US" dirty="0">
              <a:solidFill>
                <a:srgbClr val="FF99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0EEC5-37D1-A1FF-A506-2D3384585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5591" y="4587764"/>
            <a:ext cx="5920709" cy="3700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52DA2F-7291-9C0F-B62D-7372528B3A94}"/>
              </a:ext>
            </a:extLst>
          </p:cNvPr>
          <p:cNvSpPr txBox="1"/>
          <p:nvPr/>
        </p:nvSpPr>
        <p:spPr>
          <a:xfrm>
            <a:off x="7008054" y="2728187"/>
            <a:ext cx="6949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Inquiry, </a:t>
            </a:r>
          </a:p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Please Contact Us at: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5FC2A7D-FC03-F4AF-7D9D-EDBECEDC5C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7516" y="4356720"/>
            <a:ext cx="4855209" cy="4855209"/>
          </a:xfrm>
          <a:prstGeom prst="roundRect">
            <a:avLst>
              <a:gd name="adj" fmla="val 400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11EB8B9-D65B-8B6A-51DF-BF4F3270B3F8}"/>
              </a:ext>
            </a:extLst>
          </p:cNvPr>
          <p:cNvSpPr txBox="1"/>
          <p:nvPr/>
        </p:nvSpPr>
        <p:spPr>
          <a:xfrm>
            <a:off x="614852" y="2728187"/>
            <a:ext cx="58805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SCAN HERE </a:t>
            </a:r>
          </a:p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1785168622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FB7E5-F353-B20E-7632-39AE5015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2050C661-BA2E-4C58-7803-098E1CF43DDA}"/>
              </a:ext>
            </a:extLst>
          </p:cNvPr>
          <p:cNvSpPr/>
          <p:nvPr/>
        </p:nvSpPr>
        <p:spPr>
          <a:xfrm>
            <a:off x="614853" y="2349062"/>
            <a:ext cx="5880539" cy="7346731"/>
          </a:xfrm>
          <a:prstGeom prst="roundRect">
            <a:avLst>
              <a:gd name="adj" fmla="val 5137"/>
            </a:avLst>
          </a:prstGeom>
          <a:gradFill flip="none" rotWithShape="1">
            <a:gsLst>
              <a:gs pos="0">
                <a:srgbClr val="00CCFF"/>
              </a:gs>
              <a:gs pos="40000">
                <a:srgbClr val="1D4ED8"/>
              </a:gs>
              <a:gs pos="86000">
                <a:srgbClr val="002060"/>
              </a:gs>
            </a:gsLst>
            <a:lin ang="13500000" scaled="1"/>
            <a:tileRect/>
          </a:gradFill>
          <a:ln w="6350">
            <a:noFill/>
            <a:prstDash val="solid"/>
          </a:ln>
          <a:effectLst>
            <a:outerShdw blurRad="1270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694BA067-DDB7-DEE7-67A8-5AA20CE5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</p:spPr>
        <p:txBody>
          <a:bodyPr>
            <a:normAutofit/>
          </a:bodyPr>
          <a:lstStyle/>
          <a:p>
            <a:r>
              <a:rPr lang="en-US" dirty="0"/>
              <a:t>CTA – Self-service Ordering Kiosk</a:t>
            </a:r>
            <a:endParaRPr lang="en-US" dirty="0">
              <a:solidFill>
                <a:srgbClr val="FF99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9A102-44E5-28A9-9DD1-BDA29A58F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5591" y="4587764"/>
            <a:ext cx="5920709" cy="3700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6CE567-723D-F062-A258-C9878BD14418}"/>
              </a:ext>
            </a:extLst>
          </p:cNvPr>
          <p:cNvSpPr txBox="1"/>
          <p:nvPr/>
        </p:nvSpPr>
        <p:spPr>
          <a:xfrm>
            <a:off x="7008054" y="2728187"/>
            <a:ext cx="6949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Inquiry, </a:t>
            </a:r>
          </a:p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Please Contact Us at: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57ED14D-BA10-6603-B258-18E913E06C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7516" y="4356720"/>
            <a:ext cx="4855209" cy="4855209"/>
          </a:xfrm>
          <a:prstGeom prst="roundRect">
            <a:avLst>
              <a:gd name="adj" fmla="val 400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846F396-F686-31EF-422B-DA66550A4E24}"/>
              </a:ext>
            </a:extLst>
          </p:cNvPr>
          <p:cNvSpPr txBox="1"/>
          <p:nvPr/>
        </p:nvSpPr>
        <p:spPr>
          <a:xfrm>
            <a:off x="614852" y="2728187"/>
            <a:ext cx="58805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SCAN HERE </a:t>
            </a:r>
          </a:p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569375335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D8D0B-FF4D-1ABA-B4F2-2FDEB03D2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DCAE3790-1020-62E9-BE5C-5029FC52767B}"/>
              </a:ext>
            </a:extLst>
          </p:cNvPr>
          <p:cNvSpPr/>
          <p:nvPr/>
        </p:nvSpPr>
        <p:spPr>
          <a:xfrm>
            <a:off x="614853" y="2349062"/>
            <a:ext cx="5880539" cy="7346731"/>
          </a:xfrm>
          <a:prstGeom prst="roundRect">
            <a:avLst>
              <a:gd name="adj" fmla="val 5137"/>
            </a:avLst>
          </a:prstGeom>
          <a:gradFill flip="none" rotWithShape="1">
            <a:gsLst>
              <a:gs pos="0">
                <a:srgbClr val="00CCFF"/>
              </a:gs>
              <a:gs pos="40000">
                <a:srgbClr val="1D4ED8"/>
              </a:gs>
              <a:gs pos="86000">
                <a:srgbClr val="002060"/>
              </a:gs>
            </a:gsLst>
            <a:lin ang="13500000" scaled="1"/>
            <a:tileRect/>
          </a:gradFill>
          <a:ln w="6350">
            <a:noFill/>
            <a:prstDash val="solid"/>
          </a:ln>
          <a:effectLst>
            <a:outerShdw blurRad="1270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FD0B768A-365A-2F59-058E-BCDAC8A6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82" y="486487"/>
            <a:ext cx="17396849" cy="1522938"/>
          </a:xfrm>
        </p:spPr>
        <p:txBody>
          <a:bodyPr>
            <a:normAutofit/>
          </a:bodyPr>
          <a:lstStyle/>
          <a:p>
            <a:r>
              <a:rPr lang="en-US" dirty="0"/>
              <a:t>CTA – Interactive Robot Greeter &amp; Assistant</a:t>
            </a:r>
            <a:endParaRPr lang="en-US" dirty="0">
              <a:solidFill>
                <a:srgbClr val="FF99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0262C-8D48-EF52-E466-9C5A3D233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5591" y="4587764"/>
            <a:ext cx="5920709" cy="3700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34D590-948C-BCF7-0BAD-023A4E5B4AE8}"/>
              </a:ext>
            </a:extLst>
          </p:cNvPr>
          <p:cNvSpPr txBox="1"/>
          <p:nvPr/>
        </p:nvSpPr>
        <p:spPr>
          <a:xfrm>
            <a:off x="7008054" y="2728187"/>
            <a:ext cx="6949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Inquiry, </a:t>
            </a:r>
          </a:p>
          <a:p>
            <a:pPr marL="0" marR="0" lvl="0" indent="0" algn="l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Please Contact Us at: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F1D093-B233-8BDA-0304-CC5F3A1B5F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7516" y="4356720"/>
            <a:ext cx="4855209" cy="4855209"/>
          </a:xfrm>
          <a:prstGeom prst="roundRect">
            <a:avLst>
              <a:gd name="adj" fmla="val 400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47A8F9C-D518-BB8B-B827-B71F3D772F30}"/>
              </a:ext>
            </a:extLst>
          </p:cNvPr>
          <p:cNvSpPr txBox="1"/>
          <p:nvPr/>
        </p:nvSpPr>
        <p:spPr>
          <a:xfrm>
            <a:off x="614852" y="2728187"/>
            <a:ext cx="58805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SCAN HERE </a:t>
            </a:r>
          </a:p>
          <a:p>
            <a:pPr marL="0" marR="0" lvl="0" indent="0" algn="ctr" defTabSz="13713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For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537690602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Lato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5CAF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3703</TotalTime>
  <Words>221</Words>
  <Application>Microsoft Office PowerPoint</Application>
  <PresentationFormat>Custom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Lato</vt:lpstr>
      <vt:lpstr>Lato Black</vt:lpstr>
      <vt:lpstr>Open Sans</vt:lpstr>
      <vt:lpstr>1_Office Theme</vt:lpstr>
      <vt:lpstr>CTA - Digital CS Kiosk/ SMARTCS</vt:lpstr>
      <vt:lpstr>CTA – Tablet Solutions for Service Preparation Area </vt:lpstr>
      <vt:lpstr>CTA – Robotic Monitor Arm</vt:lpstr>
      <vt:lpstr>CTA – Multi-denom CDM</vt:lpstr>
      <vt:lpstr>CTA – Multicurrency Money Counting Machine</vt:lpstr>
      <vt:lpstr>CTA – Digital Menu Board</vt:lpstr>
      <vt:lpstr>CTA – Digital Poster &amp; Banner</vt:lpstr>
      <vt:lpstr>CTA – LCD Price Tags</vt:lpstr>
      <vt:lpstr>CTA – Self-service Price Checker</vt:lpstr>
      <vt:lpstr>CTA – Self-service Ordering Kiosk</vt:lpstr>
      <vt:lpstr>CTA – Interactive Robot Greeter &amp; Assistant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</dc:creator>
  <cp:lastModifiedBy>Stephanie</cp:lastModifiedBy>
  <cp:revision>14</cp:revision>
  <dcterms:created xsi:type="dcterms:W3CDTF">2026-10-05T08:14:53Z</dcterms:created>
  <dcterms:modified xsi:type="dcterms:W3CDTF">2026-10-12T04:33:01Z</dcterms:modified>
</cp:coreProperties>
</file>